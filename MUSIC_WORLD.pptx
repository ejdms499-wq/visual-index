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47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/ PORTFOLIO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SONG.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4F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WHOLE WORLD.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21792" y="4160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1F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노래에서 시작하는 음악 아카이브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57607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0A0"/>
                </a:solidFill>
              </a:rPr>
              <a:t>AI Music Context Engine  /  n8n Automation  /  SOY KIM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STATEMENT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듣는 것에서,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음악의 맥락을 읽는 것으로.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5C5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곡의 탄생 배경부터 라이브, 녹음 환경, 장비, 앨범의 시대까지. 여러 곳에 흩어진 음악 정보를 하나의 화면에서 탐색할 수 있도록 만들었습니다.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3504" y="10789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4F3EE"/>
                </a:solidFill>
              </a:rPr>
              <a:t>FROM QUERY TO CONTEXT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1737360" cy="1069848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30540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FF5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3447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3EE"/>
                </a:solidFill>
              </a:rPr>
              <a:t>Artist + Song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96312" y="2880360"/>
            <a:ext cx="1737360" cy="1069848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" y="30540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FF5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3447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3EE"/>
                </a:solidFill>
              </a:rPr>
              <a:t>MusicBrainz 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98264" y="2880360"/>
            <a:ext cx="1737360" cy="1069848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30540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FF5A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07992" y="3447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3EE"/>
                </a:solidFill>
              </a:rPr>
              <a:t>AI Research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0216" y="2880360"/>
            <a:ext cx="1737360" cy="1069848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0540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FF5A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9944" y="3447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3EE"/>
                </a:solidFill>
              </a:rPr>
              <a:t>Normalize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02168" y="2880360"/>
            <a:ext cx="1737360" cy="1069848"/>
          </a:xfrm>
          <a:prstGeom prst="rect">
            <a:avLst/>
          </a:prstGeom>
          <a:solidFill>
            <a:srgbClr val="26301B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30540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FF5A"/>
                </a:solidFill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11896" y="3447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3EE"/>
                </a:solidFill>
              </a:rPr>
              <a:t>MASTER 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104120" y="2880360"/>
            <a:ext cx="1737360" cy="1069848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0424" y="305409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1FF5A"/>
                </a:solidFill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13848" y="3447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3EE"/>
                </a:solidFill>
              </a:rPr>
              <a:t>UI Rendering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CB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프롬프트로 끝내지 않고, 조사 결과를 분야별로 나눠 검증하고 합쳤습니다.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4F3EE"/>
                </a:solidFill>
              </a:rPr>
              <a:t>n8n  /  100 NODES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011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D1FF5A"/>
                </a:solidFill>
              </a:rPr>
              <a:t>71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0A0"/>
                </a:solidFill>
              </a:rPr>
              <a:t>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2926080"/>
            <a:ext cx="2011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D1FF5A"/>
                </a:solidFill>
              </a:rPr>
              <a:t>19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2971800" y="39319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0A0"/>
                </a:solidFill>
              </a:rPr>
              <a:t>HTTP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2926080"/>
            <a:ext cx="2011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D1FF5A"/>
                </a:solidFill>
              </a:rPr>
              <a:t>05</a:t>
            </a:r>
            <a:endParaRPr lang="en-US" sz="4700" dirty="0"/>
          </a:p>
        </p:txBody>
      </p:sp>
      <p:sp>
        <p:nvSpPr>
          <p:cNvPr id="12" name="Text 10"/>
          <p:cNvSpPr/>
          <p:nvPr/>
        </p:nvSpPr>
        <p:spPr>
          <a:xfrm>
            <a:off x="5257800" y="39319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0A0"/>
                </a:solidFill>
              </a:rPr>
              <a:t>WAIT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2926080"/>
            <a:ext cx="2011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D1FF5A"/>
                </a:solidFill>
              </a:rPr>
              <a:t>04</a:t>
            </a:r>
            <a:endParaRPr lang="en-US" sz="4700" dirty="0"/>
          </a:p>
        </p:txBody>
      </p:sp>
      <p:sp>
        <p:nvSpPr>
          <p:cNvPr id="14" name="Text 12"/>
          <p:cNvSpPr/>
          <p:nvPr/>
        </p:nvSpPr>
        <p:spPr>
          <a:xfrm>
            <a:off x="7543800" y="39319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0A0"/>
                </a:solidFill>
              </a:rPr>
              <a:t>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29800" y="2926080"/>
            <a:ext cx="2011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D1FF5A"/>
                </a:solidFill>
              </a:rPr>
              <a:t>01</a:t>
            </a:r>
            <a:endParaRPr lang="en-US" sz="4700" dirty="0"/>
          </a:p>
        </p:txBody>
      </p:sp>
      <p:sp>
        <p:nvSpPr>
          <p:cNvPr id="16" name="Text 14"/>
          <p:cNvSpPr/>
          <p:nvPr/>
        </p:nvSpPr>
        <p:spPr>
          <a:xfrm>
            <a:off x="9829800" y="39319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0A0"/>
                </a:solidFill>
              </a:rPr>
              <a:t>FORM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53309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D0D0"/>
                </a:solidFill>
              </a:rPr>
              <a:t>MusicBrainz API · OpenAI Responses API · web_search · JavaScript · HTML/CSS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ALBUM ERA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앨범 시대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곡의 배경을 앨범 전체의 흐름 안에서 살펴봅니다. 발매 전후의 변화와 시대적 맥락을 함께 정리했습니다.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RECORDING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녹음실 · 제작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장소와 제작 환경을 따로 묶었습니다. 확인된 정보와 추정 가능한 맥락은 구분해 설명합니다.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GEAR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악기 · 장비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악기와 녹음 장비를 이미지와 함께 보여줍니다. 특정 시기의 장비 정보가 곧 해당 곡의 실제 사용 기록은 아니라는 점을 고려했습니다.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SIMILAR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음악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유사한 곡과 음악적 특징을 함께 소개합니다. 단순한 추천 목록보다 연결되는 이유를 보여주는 데 집중했습니다.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VIDEO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뮤직비디오 · 라이브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영상과 공연 기록을 유형별로 모았습니다. 시범 결과에서는 영상 아카이브로 이어지는 탐색 경험을 확인할 수 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LYRICS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가사 해석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가사의 의미와 곡의 분위기를 중심으로 읽을 거리를 정리했습니다. 가사 전문보다 주제와 맥락을 전달하도록 구성했습니다.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ARTIST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아티스트의 역사와 이 곡이 발표된 시점의 활동을 연결합니다. 곡과 인물의 이야기를 따로 보지 않도록 설계했습니다.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LEGACY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평가와 유산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곡이 이후에 어떻게 평가되고 기억됐는지 살펴봅니다. 발표 당시의 반응과 장기적인 영향력을 분리했습니다.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7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LIVE HISTORY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역사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공연과 방송에서 곡이 어떻게 소개됐는지를 시간의 흐름에 따라 정리했습니다.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8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RELEASE HISTORY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발매 역사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싱글과 앨범 발매를 비롯한 주요 시점을 모았습니다. 동일 제목의 여러 음원과 발매 형태를 구분하는 것이 중요했습니다.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8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ALBUM POSITION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앨범 속 위치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앨범의 전체 흐름 안에서 곡의 역할을 설명합니다. 앞뒤 맥락과 시대의 반응을 함께 살폈습니다.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8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MEANING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의미와 해석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가사에 대한 읽기와 곡이 전달하는 정서를 구분해 설명합니다. 확인 가능한 발언과 해석은 동일하게 취급하지 않았습니다.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RECORDING STORY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곡의 녹음 과정과 제작 배경을 정리했습니다. 확정되지 않은 세부 사항은 단정하지 않는 방식을 택했습니다.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8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ORIGIN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곡의 탄생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작업의 출발점과 곡이 만들어진 배경에서 음악 이야기를 시작합니다.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8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WEBSITE CAPTURE / HERO / ENTRY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932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499616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B6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Radiohead의 High and Dry를 중심으로 콘텐츠가 펼쳐집니다. 검은 배경과 큰 타이포그래피를 이용해 음악 아카이브의 인상을 만들었습니다.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249424"/>
            <a:ext cx="11064240" cy="3931920"/>
          </a:xfrm>
          <a:prstGeom prst="rect">
            <a:avLst/>
          </a:prstGeom>
          <a:solidFill>
            <a:srgbClr val="151515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/mnt/data/music_screens/뮤직월드/20261026_125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13432"/>
            <a:ext cx="10936224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2453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00" b="1" dirty="0">
                <a:solidFill>
                  <a:schemeClr val="bg1">
                    <a:lumMod val="65000"/>
                  </a:schemeClr>
                </a:solidFill>
              </a:rPr>
              <a:t>스크린샷</a:t>
            </a:r>
            <a:endParaRPr lang="en-US" altLang="ko-K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D1FF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23960" y="292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THOUGHTS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11201400" cy="0"/>
          </a:xfrm>
          <a:prstGeom prst="line">
            <a:avLst/>
          </a:prstGeom>
          <a:noFill/>
          <a:ln w="889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2648" y="1417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4F3EE"/>
                </a:solidFill>
              </a:rPr>
              <a:t>NOT JUST A SEARCH RESULT.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1F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곡에 흩어진 이야기를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D1F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경험으로 만들었습니다.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" y="480060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7B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Radiohead 사례를 중심으로 검증한 MVP입니다. 다른 곡에 대한 자동화와 미디어 수집 범위는 추가 확장이 필요합니다.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650</Words>
  <Application>Microsoft Office PowerPoint</Application>
  <PresentationFormat>와이드스크린</PresentationFormat>
  <Paragraphs>162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WORLD / Visual case study</dc:title>
  <dc:subject>MUSIC WORLD case study</dc:subject>
  <dc:creator>SOY KIM</dc:creator>
  <cp:lastModifiedBy>504-13</cp:lastModifiedBy>
  <cp:revision>2</cp:revision>
  <dcterms:created xsi:type="dcterms:W3CDTF">2026-10-26T04:01:42Z</dcterms:created>
  <dcterms:modified xsi:type="dcterms:W3CDTF">2026-10-26T07:39:52Z</dcterms:modified>
</cp:coreProperties>
</file>