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기획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01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92807"/>
            <a:ext cx="50292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6000" b="0">
                <a:solidFill>
                  <a:srgbClr val="2B3028"/>
                </a:solidFill>
                <a:latin typeface="Batang"/>
              </a:rPr>
              <a:t>기억결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47288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0">
                <a:solidFill>
                  <a:srgbClr val="2B3028"/>
                </a:solidFill>
                <a:latin typeface="Batang"/>
              </a:rPr>
              <a:t>기억을 채우지 않고,</a:t>
            </a:r>
          </a:p>
          <a:p>
            <a:pPr>
              <a:spcAft>
                <a:spcPts val="100"/>
              </a:spcAft>
            </a:pPr>
            <a:r>
              <a:rPr sz="2900" b="0">
                <a:solidFill>
                  <a:srgbClr val="2B3028"/>
                </a:solidFill>
                <a:latin typeface="Batang"/>
              </a:rPr>
              <a:t>기억의 결을 따라갑니다.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23036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727169"/>
                </a:solidFill>
                <a:latin typeface="Malgun Gothic"/>
              </a:rPr>
              <a:t>AI로 기억을 다시 바라보는 작은 웹 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874519"/>
            <a:ext cx="12801" cy="3108960"/>
          </a:xfrm>
          <a:prstGeom prst="rect">
            <a:avLst/>
          </a:prstGeom>
          <a:solidFill>
            <a:srgbClr val="7A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92056" y="2103120"/>
            <a:ext cx="20116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400" b="1">
                <a:solidFill>
                  <a:srgbClr val="7A8A74"/>
                </a:solidFill>
                <a:latin typeface="Malgun Gothic"/>
              </a:rPr>
              <a:t>RECALL</a:t>
            </a:r>
          </a:p>
          <a:p>
            <a:pPr>
              <a:spcAft>
                <a:spcPts val="100"/>
              </a:spcAft>
            </a:pPr>
            <a:r>
              <a:rPr sz="2400" b="1">
                <a:solidFill>
                  <a:srgbClr val="7A8A74"/>
                </a:solidFill>
                <a:latin typeface="Malgun Gothic"/>
              </a:rPr>
              <a:t>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01 / 기획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02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 / 왜 시작했나요?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AI는 기억나지 않는 부분도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그럴듯하게 만들어냅니다.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789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675887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0">
                <a:solidFill>
                  <a:srgbClr val="2B3028"/>
                </a:solidFill>
                <a:latin typeface="Malgun Gothic"/>
              </a:rPr>
              <a:t>그림이 자연스러워 보인다고 해서 실제 기억과 같지는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그래서 기억결은 하나의 질문에서 시작했습니다.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956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500" b="0">
                <a:solidFill>
                  <a:srgbClr val="2B3028"/>
                </a:solidFill>
                <a:latin typeface="Batang"/>
              </a:rPr>
              <a:t>“기억나지 않는 부분은 그대로 두면 어떨까?”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02 / 핵심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03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 / 핵심 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무조건 채우기보다,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기억하는 만큼만 그립니다.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2B3028"/>
                </a:solidFill>
                <a:latin typeface="Malgun Gothic"/>
              </a:rPr>
              <a:t>처음 적은 기억을 따로 남기고, 대화를 통해 확실한 부분을 가려냅니다.</a:t>
            </a:r>
          </a:p>
          <a:p>
            <a:pPr>
              <a:spcAft>
                <a:spcPts val="100"/>
              </a:spcAft>
            </a:pPr>
            <a:r>
              <a:rPr sz="1600" b="0">
                <a:solidFill>
                  <a:srgbClr val="2B3028"/>
                </a:solidFill>
                <a:latin typeface="Malgun Gothic"/>
              </a:rPr>
              <a:t>이미지를 만들 때도 이 기준이 바뀌지 않도록 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28032"/>
            <a:ext cx="10789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1937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최초 기억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1937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7A8A74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19379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AI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51937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7A8A74"/>
                </a:solidFill>
                <a:latin typeface="Malgun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1937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기억 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1937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7A8A74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1937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이미지 재구성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03 / 기억 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04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 / 기억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기억을 세 가지로 나눕니다.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333756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1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확실한 기억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2918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분명하게 기억난다고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말한 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971800"/>
            <a:ext cx="333756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3246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685031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불확실한 기억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206240"/>
            <a:ext cx="32918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그랬던 것 같지만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자신 없는 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971800"/>
            <a:ext cx="333756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85031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기억나지 않는 부분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06240"/>
            <a:ext cx="32918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말하지 않았거나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전혀 떠오르지 않는 내용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04 / 이용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05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 / 사용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기억을 적고, 질문에 답한 뒤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그림으로 다시 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26664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163824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처음 기억 적기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3026664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31821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3163824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질문에 답하기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3026664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31821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163824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확실한 내용 구분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16552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4553712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생성 조건 정리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4416552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4572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553712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AI 이미지 만들기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4416552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4572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553712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결과와 기록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05 /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06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05 /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확실히 기억하는 것부터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그림에 담습니다.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07792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200" b="0">
                <a:solidFill>
                  <a:srgbClr val="2B3028"/>
                </a:solidFill>
                <a:latin typeface="Batang"/>
              </a:rPr>
              <a:t>“운동장에서 친구랑 웃었던 건 기억나.</a:t>
            </a:r>
          </a:p>
          <a:p>
            <a:pPr>
              <a:spcAft>
                <a:spcPts val="100"/>
              </a:spcAft>
            </a:pPr>
            <a:r>
              <a:rPr sz="2200" b="0">
                <a:solidFill>
                  <a:srgbClr val="2B3028"/>
                </a:solidFill>
                <a:latin typeface="Batang"/>
              </a:rPr>
              <a:t>그때 공을 가지고 놀았는지는 모르겠어.”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4718304"/>
            <a:ext cx="48463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956048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7A8A74"/>
                </a:solidFill>
                <a:latin typeface="Malgun Gothic"/>
              </a:rPr>
              <a:t>확실한 기억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36752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0">
                <a:solidFill>
                  <a:srgbClr val="2B3028"/>
                </a:solidFill>
                <a:latin typeface="Malgun Gothic"/>
              </a:rPr>
              <a:t>친구와 함께 웃었음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4718304"/>
            <a:ext cx="48463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4956048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7A8A74"/>
                </a:solidFill>
                <a:latin typeface="Malgun Gothic"/>
              </a:rPr>
              <a:t>불확실한 기억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536752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0">
                <a:solidFill>
                  <a:srgbClr val="2B3028"/>
                </a:solidFill>
                <a:latin typeface="Malgun Gothic"/>
              </a:rPr>
              <a:t>공을 가지고 놀았는지 여부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06 / 시스템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07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06 /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처음 정한 기억의 범위를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끝까지 지키도록 연결했습니다.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웹에서 기억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처음 적은 문장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n8n · 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질문과 답변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생성 조건 점검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미확인 요소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이미지 ·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비공개 저장 후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07 / 디자인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08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07 / 화면 디자인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기억의 분위기는 살리고,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내용은 읽기 쉽게.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37560"/>
            <a:ext cx="2596896" cy="141732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종이빛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7872" y="3337560"/>
            <a:ext cx="2596896" cy="1417320"/>
          </a:xfrm>
          <a:prstGeom prst="rect">
            <a:avLst/>
          </a:prstGeom>
          <a:solidFill>
            <a:srgbClr val="2B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먹색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337560"/>
            <a:ext cx="2596896" cy="1417320"/>
          </a:xfrm>
          <a:prstGeom prst="rect">
            <a:avLst/>
          </a:prstGeom>
          <a:solidFill>
            <a:srgbClr val="7A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연초록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3337560"/>
            <a:ext cx="2596896" cy="1417320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576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안개빛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흔적     /     여백     /     조각     /    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08 / 제작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09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08 / 작업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아이디어를 실제 웹으로 옮기는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7432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문제를 정리하고 최초 기억을 보존하는 규칙을 세웠습니다.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3200400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74136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74136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입력, 인터뷰, 결과를 세 화면으로 나눴습니다.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" y="3831335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005072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5072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n8n으로 질문, 분석, 저장 흐름을 연결했습니다.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462272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36008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636008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그림에 없는 정보가 더해지지 않도록 생성 규칙을 넣었습니다.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5093208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266944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266944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웹을 공개하고 화면별 동작을 점검했습니다.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" y="5724144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09 / 구현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10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09 / 만든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기억결은 기획에서 그치지 않고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웹으로 구현했습니다.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81528"/>
            <a:ext cx="3273552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900" b="0">
                <a:solidFill>
                  <a:srgbClr val="2B3028"/>
                </a:solidFill>
                <a:latin typeface="Batang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화면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01184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입력 · 인터뷰 ·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5424" y="3081528"/>
            <a:ext cx="3273552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338328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900" b="0">
                <a:solidFill>
                  <a:srgbClr val="2B3028"/>
                </a:solidFill>
                <a:latin typeface="Batang"/>
              </a:rPr>
              <a:t>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4389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AI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4901184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질문, 분석, 생성까지 연결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3081528"/>
            <a:ext cx="3273552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338328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900" b="0">
                <a:solidFill>
                  <a:srgbClr val="2B3028"/>
                </a:solidFill>
                <a:latin typeface="Batang"/>
              </a:rPr>
              <a:t>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389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기록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901184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최초 기억과 결과 보관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10 / 검증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11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10 / 지금 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구현과 검증은 구분해서 기록했습니다.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5613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현재 구현한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77056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세 단계의 웹 화면, 기억 구분 규칙,</a:t>
            </a:r>
          </a:p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이미지 생성 조건, 비공개 저장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33832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추가로 검증할 부분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877056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실제 사용자 완료율, 잘못 추가되는 요소,</a:t>
            </a:r>
          </a:p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개인정보 접근과 삭제 정책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A8A74"/>
                </a:solidFill>
                <a:latin typeface="Malgun Gothic"/>
              </a:rPr>
              <a:t>확인되지 않은 실험 수치는 성과로 표시하지 않았습니다.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11 / 실제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12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11 / 실제 구현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기획한 흐름은 이렇게 작동합니다.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9784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900" b="0">
                <a:solidFill>
                  <a:srgbClr val="2B3028"/>
                </a:solidFill>
                <a:latin typeface="Malgun Gothic"/>
              </a:rPr>
              <a:t>이후 화면부터는 실제 제작한 웹과 n8n 자동화 화면을 함께 보여줍니다.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10424160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7A8A74"/>
                </a:solidFill>
                <a:latin typeface="Malgun Gothic"/>
              </a:rPr>
              <a:t>기억 입력        →        AI 인터뷰        →        조건 확인        →       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12 /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13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12 / 자동화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기억을 받는 순간부터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이미지 생성까지 이어지는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19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Webhook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웹의 입력을 받는 시작점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3154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3319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730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질문 생성과 답변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462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IF 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73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인터뷰 계속 여부 판단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4297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4462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873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기억과 결과 저장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13 / 생성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14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13 / 이미지 생성 제약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잘 모르는 내용은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함부로 그리지 않도록 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76472"/>
            <a:ext cx="344728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Reconstruction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34472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기억을 그림으로 옮기기 위한 요약입니다.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375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76472"/>
            <a:ext cx="344728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Memory Image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297680"/>
            <a:ext cx="34472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모르는 얼굴, 물건, 배경의 임의 생성을 제한합니다.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76472"/>
            <a:ext cx="344728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Final Prompt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97680"/>
            <a:ext cx="34472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그림 생성 직전에 기준을 다시 적용합니다.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14 / 웹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15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14 /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세 화면으로 나눠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처음부터 결과까지 이어지게 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첫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최초 기억을 자유롭게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22191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인터뷰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343400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질문을 통해 기억을 조금 더 확인합니다.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22191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43400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재구성 이미지와 기억 상태를 함께 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15 / 데이터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16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15 / 데이터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개인의 기억을 다루는 만큼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저장 방식도 고려했습니다.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95344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Supabase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16552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최초 기억과 질문·답변을 저장합니다.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4564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95344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Private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416552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재구성 이미지를 비공개로 보관합니다.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564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95344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Signed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16552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결과 페이지에서 임시 링크로 불러옵니다.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0702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A8A74"/>
                </a:solidFill>
                <a:latin typeface="Malgun Gothic"/>
              </a:rPr>
              <a:t>실제 접근권한과 삭제 절차는 별도로 더 검증해야 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16 /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17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16 / 화면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직접 만든 화면을 통해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기획과 구현을 함께 보여줍니다.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576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000" b="0">
                <a:solidFill>
                  <a:srgbClr val="2B3028"/>
                </a:solidFill>
                <a:latin typeface="Batang"/>
              </a:rPr>
              <a:t>n8n Editor  /  최초 입력  /  인터뷰 01  /  인터뷰 02  /  결과 화면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18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n8n 자동화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웹 입력부터 AI 분석, 이미지 생성과 저장까지 연결한 흐름입니다.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88e986b-669f-54fe-a90c-b41d830cd7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1" y="2560320"/>
            <a:ext cx="7191576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기억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Webhook으로 기억과 답변을 받았습니다.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질문과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OpenAI·IF 분기로 인터뷰를 이어갑니다.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68512" y="4901183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68512" y="5029199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이미지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5367527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조건을 점검한 뒤 이미지를 만들고 저장합니다.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19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첫 화면 · 기억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처음 떠오른 기억을 그대로 적을 수 있게 만들었습니다.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59ed319-c805-5311-a55f-a13e79ff34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67684"/>
            <a:ext cx="7452360" cy="34234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최초 기억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AI의 질문보다 먼저 사용자의 문장을 받습니다.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입력 경험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정확한 날짜와 장소를 몰라도 적을 수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20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인터뷰 · 첫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답을 알려주기보다 스스로 떠올릴 수 있도록 질문합니다.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5366916-1c78-53f0-b3d9-b637d05f0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1" y="2560320"/>
            <a:ext cx="7179876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열린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답을 정해두지 않고 기억을 묻습니다.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불확실성 허용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잘 기억나지 않아도 괜찮다는 안내를 넣었습니다.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21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인터뷰 · 이어지는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사용자의 답변을 바탕으로 다음 질문을 이어갑니다.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5aeb1d6-c05f-5fb9-bc36-849225c60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21" y="2560320"/>
            <a:ext cx="7238197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점진적인 회상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한 번에 모든 내용을 묻지 않습니다.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기억 구분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확실한 내용과 추측을 따로 다룹니다.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22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결과 · 재구성한 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이미지 옆에 기억의 확실한 부분과 모호한 부분을 함께 보여줍니다.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42ec604e-7755-5caa-a523-82331274a8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46" y="2560320"/>
            <a:ext cx="7278746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이미지와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장면과 기억 상태를 나란히 배치했습니다.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재구성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왜 이런 장면을 만들었는지 기록합니다.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23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188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7A8A74"/>
                </a:solidFill>
                <a:latin typeface="Malgun Gothic"/>
              </a:rPr>
              <a:t>마지막으로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10789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기억을 더 선명하게</a:t>
            </a:r>
          </a:p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만드는 일보다,</a:t>
            </a:r>
          </a:p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기억을 있는 그대로</a:t>
            </a:r>
          </a:p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존중하는 방법을 고민했습니다.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586984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769864"/>
            <a:ext cx="10424160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 dirty="0" err="1">
                <a:solidFill>
                  <a:srgbClr val="727169"/>
                </a:solidFill>
                <a:latin typeface="Malgun Gothic"/>
              </a:rPr>
              <a:t>기억결은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무엇을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그릴지뿐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아니라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무엇을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그리지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않을지도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설계한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프로젝트입니다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1128</Words>
  <Application>Microsoft Office PowerPoint</Application>
  <PresentationFormat>와이드스크린</PresentationFormat>
  <Paragraphs>313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Malgun Gothic</vt:lpstr>
      <vt:lpstr>Batang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504-13</dc:creator>
  <cp:keywords/>
  <dc:description>generated using python-pptx</dc:description>
  <cp:lastModifiedBy>504-13</cp:lastModifiedBy>
  <cp:revision>3</cp:revision>
  <dcterms:created xsi:type="dcterms:W3CDTF">2013-01-27T09:14:16Z</dcterms:created>
  <dcterms:modified xsi:type="dcterms:W3CDTF">2026-10-26T03:35:01Z</dcterms:modified>
  <cp:category/>
</cp:coreProperties>
</file>